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2" r:id="rId3"/>
    <p:sldId id="263" r:id="rId4"/>
    <p:sldId id="264" r:id="rId5"/>
    <p:sldId id="265" r:id="rId6"/>
    <p:sldId id="266" r:id="rId7"/>
    <p:sldId id="271" r:id="rId8"/>
    <p:sldId id="269" r:id="rId9"/>
    <p:sldId id="267" r:id="rId10"/>
    <p:sldId id="268" r:id="rId11"/>
    <p:sldId id="27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CB1D5-305F-4DEF-91E7-079DE8142E00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143AA-4FCA-4A8F-9AA2-DAC918FA7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Week 2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19200"/>
          </a:xfrm>
        </p:spPr>
        <p:txBody>
          <a:bodyPr/>
          <a:lstStyle/>
          <a:p>
            <a:pPr algn="ctr">
              <a:buNone/>
            </a:pPr>
            <a:r>
              <a:rPr lang="en-US" dirty="0" smtClean="0"/>
              <a:t>Cryptanalysis of RSA (</a:t>
            </a:r>
            <a:r>
              <a:rPr lang="en-US" dirty="0" err="1" smtClean="0"/>
              <a:t>Rivest</a:t>
            </a:r>
            <a:r>
              <a:rPr lang="en-US" dirty="0" smtClean="0"/>
              <a:t>–Shamir–</a:t>
            </a:r>
            <a:r>
              <a:rPr lang="en-US" dirty="0" err="1" smtClean="0"/>
              <a:t>Adleman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914401"/>
            <a:ext cx="8839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81000" y="152400"/>
            <a:ext cx="861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Step 1:- Download Files From github.com/</a:t>
            </a:r>
            <a:r>
              <a:rPr lang="en-US" sz="2000" b="1" dirty="0" err="1" smtClean="0"/>
              <a:t>rampriyakilari</a:t>
            </a:r>
            <a:r>
              <a:rPr lang="en-US" sz="2000" b="1" dirty="0" smtClean="0"/>
              <a:t>/ICS-Needs</a:t>
            </a:r>
            <a:endParaRPr lang="en-US" sz="2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1463" y="963613"/>
            <a:ext cx="6059487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09600" y="228600"/>
            <a:ext cx="434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Downloaded enc.txt and pubkey.pem</a:t>
            </a:r>
            <a:endParaRPr 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990600"/>
            <a:ext cx="877252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304800"/>
            <a:ext cx="861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Step 2:- Check using cat command.  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8229600" cy="2286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Here pubkey.pem(privacy enhanced mail) hexadecimal </a:t>
            </a:r>
            <a:br>
              <a:rPr lang="en-US" dirty="0" smtClean="0"/>
            </a:br>
            <a:r>
              <a:rPr lang="en-US" b="1" dirty="0" err="1" smtClean="0"/>
              <a:t>openssl</a:t>
            </a:r>
            <a:r>
              <a:rPr lang="en-US" b="1" dirty="0" smtClean="0"/>
              <a:t> </a:t>
            </a:r>
            <a:r>
              <a:rPr lang="en-US" b="1" dirty="0" err="1" smtClean="0"/>
              <a:t>rsa</a:t>
            </a:r>
            <a:r>
              <a:rPr lang="en-US" b="1" dirty="0" smtClean="0"/>
              <a:t> -</a:t>
            </a:r>
            <a:r>
              <a:rPr lang="en-US" b="1" dirty="0" err="1" smtClean="0"/>
              <a:t>pubin</a:t>
            </a:r>
            <a:r>
              <a:rPr lang="en-US" b="1" dirty="0" smtClean="0"/>
              <a:t> -inform PEM -text -</a:t>
            </a:r>
            <a:r>
              <a:rPr lang="en-US" b="1" dirty="0" err="1" smtClean="0"/>
              <a:t>noout</a:t>
            </a:r>
            <a:r>
              <a:rPr lang="en-US" b="1" dirty="0" smtClean="0"/>
              <a:t> &lt; pubkey.pem</a:t>
            </a:r>
            <a:endParaRPr lang="en-US" b="1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429000"/>
            <a:ext cx="8459787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 hexadecimal to decimal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799" y="1600200"/>
            <a:ext cx="8077201" cy="4827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3:-Use factordb.com to take p and q value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6858000" cy="480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 4:-</a:t>
            </a:r>
            <a:r>
              <a:rPr lang="en-US" dirty="0" err="1" smtClean="0"/>
              <a:t>nano</a:t>
            </a:r>
            <a:r>
              <a:rPr lang="en-US" dirty="0" smtClean="0"/>
              <a:t> exploit.py</a:t>
            </a:r>
            <a:br>
              <a:rPr lang="en-US" dirty="0" smtClean="0"/>
            </a:br>
            <a:r>
              <a:rPr lang="en-US" dirty="0" smtClean="0"/>
              <a:t>(</a:t>
            </a:r>
            <a:r>
              <a:rPr lang="en-US" dirty="0" err="1" smtClean="0"/>
              <a:t>Ctrl+X,Y,Enter</a:t>
            </a:r>
            <a:r>
              <a:rPr lang="en-US" dirty="0" smtClean="0"/>
              <a:t>)Exit Purpose.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676400"/>
            <a:ext cx="8610600" cy="4760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89154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57200" y="228600"/>
            <a:ext cx="723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Step 5:-</a:t>
            </a:r>
            <a:r>
              <a:rPr lang="en-US" sz="2400" b="1" dirty="0" err="1" smtClean="0"/>
              <a:t>Exploit.py</a:t>
            </a:r>
            <a:r>
              <a:rPr lang="en-US" sz="2400" b="1" dirty="0" smtClean="0"/>
              <a:t> code using to Generated private.pem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sz="2000" dirty="0" smtClean="0"/>
              <a:t>Step 6:-</a:t>
            </a:r>
            <a:r>
              <a:rPr lang="en-US" sz="2000" b="1" dirty="0" smtClean="0"/>
              <a:t>Use following Command to Decrypt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b="1" dirty="0" err="1" smtClean="0"/>
              <a:t>openssl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pkeyutl</a:t>
            </a:r>
            <a:r>
              <a:rPr lang="en-US" sz="2000" b="1" dirty="0" smtClean="0"/>
              <a:t> -decrypt -in enc.txt -out dec.txt -</a:t>
            </a:r>
            <a:r>
              <a:rPr lang="en-US" sz="2000" b="1" dirty="0" err="1" smtClean="0"/>
              <a:t>inkey</a:t>
            </a:r>
            <a:r>
              <a:rPr lang="en-US" sz="2000" b="1" dirty="0" smtClean="0"/>
              <a:t> private.pem</a:t>
            </a:r>
            <a:endParaRPr lang="en-US" sz="2000" b="1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447800"/>
            <a:ext cx="8758238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Note:- python code and commands must and should write in records based on steps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Result:-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Successfully generated the RSA </a:t>
            </a:r>
            <a:r>
              <a:rPr lang="en-US" dirty="0" smtClean="0"/>
              <a:t>private keys using public key and encrypted message</a:t>
            </a:r>
            <a:r>
              <a:rPr lang="en-US" smtClean="0"/>
              <a:t>, and </a:t>
            </a:r>
            <a:r>
              <a:rPr lang="en-US" dirty="0" smtClean="0"/>
              <a:t>decrypted the </a:t>
            </a:r>
            <a:r>
              <a:rPr lang="en-US" dirty="0" err="1" smtClean="0"/>
              <a:t>ciphertext</a:t>
            </a:r>
            <a:r>
              <a:rPr lang="en-US" dirty="0" smtClean="0"/>
              <a:t> using the private key. The original message was recovered successfully, verifying the correctness of the RSA algorithm.</a:t>
            </a:r>
            <a:endParaRPr lang="en-US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88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Week 2 </vt:lpstr>
      <vt:lpstr>Slide 2</vt:lpstr>
      <vt:lpstr>Slide 3</vt:lpstr>
      <vt:lpstr>Slide 4</vt:lpstr>
      <vt:lpstr>Here pubkey.pem(privacy enhanced mail) hexadecimal  openssl rsa -pubin -inform PEM -text -noout &lt; pubkey.pem</vt:lpstr>
      <vt:lpstr>convert hexadecimal to decimal</vt:lpstr>
      <vt:lpstr>Step 3:-Use factordb.com to take p and q value</vt:lpstr>
      <vt:lpstr>Step 4:-nano exploit.py (Ctrl+X,Y,Enter)Exit Purpose.</vt:lpstr>
      <vt:lpstr>Slide 9</vt:lpstr>
      <vt:lpstr>Step 6:-Use following Command to Decrypt openssl pkeyutl -decrypt -in enc.txt -out dec.txt -inkey private.pem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</dc:title>
  <dc:creator>student</dc:creator>
  <cp:lastModifiedBy>student</cp:lastModifiedBy>
  <cp:revision>18</cp:revision>
  <dcterms:created xsi:type="dcterms:W3CDTF">2026-07-15T04:04:09Z</dcterms:created>
  <dcterms:modified xsi:type="dcterms:W3CDTF">2026-07-27T10:41:48Z</dcterms:modified>
</cp:coreProperties>
</file>